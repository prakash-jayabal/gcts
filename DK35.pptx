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83" d="100"/>
          <a:sy n="83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04A70-5EFF-1378-B224-3D60C25D0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FE4B06-4944-CC00-0FB9-C4363899F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9D3A0-FC3D-5295-B0E2-48D2D86C0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1977-1612-4D80-BA72-87AA3A27F95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E25EC-AAB9-CD97-3CB9-142B8E666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3BE51-889E-6735-EA31-07A6D8C9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0D184-9DA4-4AE6-B8C3-118DD3258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65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E5258-06DF-8E28-B7DD-AAA7A5841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2FE0F-DBCE-23BA-390F-A9CFA072D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FC80E-F50E-5389-5D3E-AA4429333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1977-1612-4D80-BA72-87AA3A27F95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A90E3-0DF5-6006-A12B-99478873D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EE0F1-FE59-7920-0491-2B9027078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0D184-9DA4-4AE6-B8C3-118DD3258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59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BE8FF-68ED-6237-409C-04B30EFE7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ACA4D-10B9-8069-4528-D04C1971E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A8F73-43DB-0A68-7C53-ACE000732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1977-1612-4D80-BA72-87AA3A27F95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6F552-D82A-9BBB-2D25-AD2CBAADD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1021F-6267-A886-3AF6-2BFC8D96C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0D184-9DA4-4AE6-B8C3-118DD3258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211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1D8E0-A8A9-E3CC-1692-62243D974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F5D34-0E71-404A-C088-0FB3DF5F1F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30EE45-CEF5-0761-61BC-1FA59A182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59FDF-1F67-B973-E1D8-719F2DA04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1977-1612-4D80-BA72-87AA3A27F95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425E76-EB27-AD0A-1968-21956E6AF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875F6E-DB82-D843-DDC2-8E06314EE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0D184-9DA4-4AE6-B8C3-118DD3258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93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7F001-A8A8-646D-F54D-FD6728CB8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B6877-B426-91B2-9FFF-DBAF6B258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2DB0A-FF12-8A3B-EC25-D6E2CDB3B6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4637CF-129B-A482-8F17-44A2B81070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8E8A21-64BF-6707-95E5-CBBFB12D68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5D2B7-267E-40FD-D373-84489AB09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1977-1612-4D80-BA72-87AA3A27F95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521BF5-E11A-65EA-AE70-538964FB5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91B198-3D11-B748-C177-514E9E91D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0D184-9DA4-4AE6-B8C3-118DD3258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445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3253F-74BD-5B3E-9BC9-F3E618BCF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87CE89-6895-3400-B015-6AB93BF21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1977-1612-4D80-BA72-87AA3A27F95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FA80D-F3EB-1261-9F0D-C2B031F8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27B1B3-062A-7B3D-8A1E-424C16B7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0D184-9DA4-4AE6-B8C3-118DD3258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037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CF0D2E-8E3B-0B5A-860B-195A3E5F6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1977-1612-4D80-BA72-87AA3A27F95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8B05E3-E199-7BDA-6A44-CC4E52F35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8C511-764E-4D63-EE6F-C0111B72C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0D184-9DA4-4AE6-B8C3-118DD3258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00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0EED2-AC9B-B0E9-5A46-23F19798A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E56A3-B5AA-70E9-0635-5AEEE90A6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F43929-BB9F-D099-8D94-3C0B0C13D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1981DB-EF1E-35DC-2841-F6B62CCAD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1977-1612-4D80-BA72-87AA3A27F95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C3F05E-DC89-C4A6-ADC8-FDA2D71C7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A21EC-F37F-9040-0FA1-ECD8C4CA4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0D184-9DA4-4AE6-B8C3-118DD3258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73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86CC7-220B-96D3-434C-7BA3EADA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6CB7C8-0EBE-2458-E1D2-290FB72D1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4BA904-BFDD-A902-1B9D-232082639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138A5-90B0-C712-5FFF-3814A8B48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1977-1612-4D80-BA72-87AA3A27F95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E862B-4EA6-4457-B078-D28728269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C5B63-5D52-A96B-6C16-E20F711FC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0D184-9DA4-4AE6-B8C3-118DD3258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998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4C6E8-EAC2-15BF-E4C9-84C8F2775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2806C-43E4-5555-6D5E-1EE5FD303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B34C6-A743-1ABD-2880-78096D4CB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1977-1612-4D80-BA72-87AA3A27F95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8A6DD-5D94-72B4-E772-DBE894625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14A09-FE1B-AF6B-9199-034A8D699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0D184-9DA4-4AE6-B8C3-118DD3258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70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8C0052-4AFC-12CA-5D25-4E3030129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32CF41-FB0A-A4C9-F068-FEF24DC96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8CE94-D762-B690-67CD-A7691AE49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1977-1612-4D80-BA72-87AA3A27F95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44E5D-91E0-5538-38D6-E56F1CDF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F9333-93B9-17FF-DA6C-237DF9880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0D184-9DA4-4AE6-B8C3-118DD3258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204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F2FCDD-DC83-9F71-1590-1BC69EF3D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42C1C-8525-D94E-B112-43D470FC8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ADBF2-C643-B715-DF96-8AC17E5E08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01977-1612-4D80-BA72-87AA3A27F95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7D4D4-B9F1-0B87-61D5-87545A410C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91E3D-DE42-C01E-AB1A-7EB8714F3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0D184-9DA4-4AE6-B8C3-118DD3258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063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5FEE1-547C-B9B5-03F4-7AFB415290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3C6D6B-AF74-DFF2-936D-7C4A71BD3C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D96257-DA07-24AA-5A8C-11CE3FF13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595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karthikeyan Govindaswamy</dc:creator>
  <cp:lastModifiedBy>karthikeyan Govindaswamy</cp:lastModifiedBy>
  <cp:revision>1</cp:revision>
  <dcterms:created xsi:type="dcterms:W3CDTF">2025-11-05T04:21:14Z</dcterms:created>
  <dcterms:modified xsi:type="dcterms:W3CDTF">2025-11-05T04:21:30Z</dcterms:modified>
</cp:coreProperties>
</file>